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AI for Cybersecurity Awareness</a:t>
            </a:r>
          </a:p>
          <a:p>
            <a:pPr>
              <a:spcAft>
                <a:spcPts val="4000"/>
              </a:spcAft>
              <a:defRPr sz="2200">
                <a:solidFill>
                  <a:srgbClr val="00B4D8"/>
                </a:solidFill>
                <a:latin typeface="Arial"/>
              </a:defRPr>
            </a:pPr>
            <a:r>
              <a:t>Building a Cyber Awareness Chatbot for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Presented by: Khushi Vijay &amp; Vikas Agarwal</a:t>
            </a:r>
          </a:p>
          <a:p>
            <a:pPr>
              <a:defRPr sz="1400">
                <a:solidFill>
                  <a:srgbClr val="5C6B73"/>
                </a:solidFill>
                <a:latin typeface="Arial"/>
              </a:defRPr>
            </a:pPr>
            <a:r>
              <a:t>SkillUp Hackathon 2026 | In collaboration with IBM SkillsBuild &amp; IBM Bob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The Challenge: Cybersecurity Demanded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B4D8"/>
                </a:solidFill>
              </a:defRPr>
            </a:pPr>
            <a:r>
              <a:t>Why It Matters</a:t>
            </a:r>
          </a:p>
          <a:p>
            <a:pPr>
              <a:defRPr sz="1500">
                <a:solidFill>
                  <a:srgbClr val="1C2541"/>
                </a:solidFill>
              </a:defRPr>
            </a:pPr>
            <a:r>
              <a:t>As digital adoption scales universally, cyber threats are skyrocketing. However, complex security terminology alienates non-technical everyday users, leaving them highly vulnerable to malicious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B4D8"/>
                </a:solidFill>
              </a:defRPr>
            </a:pPr>
            <a:r>
              <a:t>The Opportunity</a:t>
            </a:r>
          </a:p>
          <a:p>
            <a:pPr>
              <a:defRPr sz="1500">
                <a:solidFill>
                  <a:srgbClr val="1C2541"/>
                </a:solidFill>
              </a:defRPr>
            </a:pPr>
            <a:r>
              <a:t>By unifying Artificial Intelligence with Cybersecurity Education, we can build accessible entry-level tools. This allows beginners to intercept threats, demystify deceptive links, and cultivate long-term digital safe practices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What We Built: Cyber Awareness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1206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b="1" sz="1800">
                <a:solidFill>
                  <a:srgbClr val="1C2541"/>
                </a:solidFill>
              </a:defRPr>
            </a:pPr>
            <a:r>
              <a:t>🛠️ Technology Stack</a:t>
            </a:r>
          </a:p>
          <a:p>
            <a:pPr>
              <a:defRPr sz="1400">
                <a:solidFill>
                  <a:srgbClr val="5C6B73"/>
                </a:solidFill>
              </a:defRPr>
            </a:pPr>
            <a:r>
              <a:t>• Python Backend: Powering threat processing frameworks and intelligence filters efficiently.</a:t>
            </a:r>
            <a:br/>
            <a:br/>
            <a:r>
              <a:t>• Streamlit Frontend: Serving clean, lightning-fast UI dashboards natively designed for non-technical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011680"/>
            <a:ext cx="51206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b="1" sz="1800">
                <a:solidFill>
                  <a:srgbClr val="1C2541"/>
                </a:solidFill>
              </a:defRPr>
            </a:pPr>
            <a:r>
              <a:t>🚀 Key System Capabilities</a:t>
            </a:r>
          </a:p>
          <a:p>
            <a:pPr>
              <a:defRPr sz="1400">
                <a:solidFill>
                  <a:srgbClr val="5C6B73"/>
                </a:solidFill>
              </a:defRPr>
            </a:pPr>
            <a:r>
              <a:t>• Phishing Scans: Unpacks deceptive layouts, fake formats, and fraudulent incoming text links.</a:t>
            </a:r>
            <a:br/>
            <a:br/>
            <a:r>
              <a:t>• Simplified Explanations: Decodes scary errors into simple actionable translations telling users exactly 'Is this safe?'.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Our Core Integration Partner: IBM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00B4D8"/>
                </a:solidFill>
              </a:defRPr>
            </a:pPr>
            <a:r>
              <a:t>Breaking Through Development Roadblocks</a:t>
            </a:r>
          </a:p>
          <a:p>
            <a:pPr>
              <a:spcAft>
                <a:spcPts val="1400"/>
              </a:spcAft>
              <a:defRPr sz="1500">
                <a:solidFill>
                  <a:srgbClr val="1C2541"/>
                </a:solidFill>
              </a:defRPr>
            </a:pPr>
            <a:r>
              <a:t>During development, integrating the core Python back-end analytics to the interactive Streamlit UI caused rendering logic errors. App responses stopped updating accurately without throwing explicit stack crashes.</a:t>
            </a:r>
          </a:p>
          <a:p>
            <a:pPr>
              <a:spcAft>
                <a:spcPts val="600"/>
              </a:spcAft>
              <a:defRPr b="1" sz="1600">
                <a:solidFill>
                  <a:srgbClr val="1C2541"/>
                </a:solidFill>
              </a:defRPr>
            </a:pPr>
            <a:r>
              <a:t>How IBM Bob Resolved It:</a:t>
            </a:r>
          </a:p>
          <a:p>
            <a:pPr>
              <a:defRPr sz="1500">
                <a:solidFill>
                  <a:srgbClr val="5C6B73"/>
                </a:solidFill>
              </a:defRPr>
            </a:pPr>
            <a:r>
              <a:t>• Systematic Code Tracing: Swept data flow paths across custom scripts directly to isolate the breakdown.</a:t>
            </a:r>
            <a:br/>
            <a:r>
              <a:t>• Prompt &amp; Logic Optimization: Tuned our prompt architectures, making co-pilot coding rapid and error-free.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The Vision: Complete Product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0B4D8"/>
                </a:solidFill>
              </a:defRPr>
            </a:pPr>
            <a:r>
              <a:t>01 / Inclusive Focus</a:t>
            </a:r>
          </a:p>
          <a:p>
            <a:pPr>
              <a:defRPr sz="1400">
                <a:solidFill>
                  <a:srgbClr val="1C2541"/>
                </a:solidFill>
              </a:defRPr>
            </a:pPr>
            <a:r>
              <a:t>Tailoring application access explicitly to accommodate elderly cohorts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0B4D8"/>
                </a:solidFill>
              </a:defRPr>
            </a:pPr>
            <a:r>
              <a:t>02 / Pop-Up Systems</a:t>
            </a:r>
          </a:p>
          <a:p>
            <a:pPr>
              <a:defRPr sz="1400">
                <a:solidFill>
                  <a:srgbClr val="1C2541"/>
                </a:solidFill>
              </a:defRPr>
            </a:pPr>
            <a:r>
              <a:t>Building clear Truecaller-style popups right on the screen center during incoming vulnerabilities.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0B4D8"/>
                </a:solidFill>
              </a:defRPr>
            </a:pPr>
            <a:r>
              <a:t>03 / Predictive Advisors</a:t>
            </a:r>
          </a:p>
          <a:p>
            <a:pPr>
              <a:defRPr sz="1400">
                <a:solidFill>
                  <a:srgbClr val="1C2541"/>
                </a:solidFill>
              </a:defRPr>
            </a:pPr>
            <a:r>
              <a:t>Upgrading static setups into a behavioral intelligence and dynamic live link analyzer.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Key Experience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600">
                <a:solidFill>
                  <a:srgbClr val="1C2541"/>
                </a:solidFill>
              </a:defRPr>
            </a:pPr>
            <a:r>
              <a:t>• Prototype Execution: Moved smoothly from complex problem outlines to a deployed Streamlit &amp; Python model within strict hackathon constraints.</a:t>
            </a:r>
          </a:p>
          <a:p>
            <a:pPr>
              <a:spcAft>
                <a:spcPts val="2400"/>
              </a:spcAft>
              <a:defRPr sz="1600">
                <a:solidFill>
                  <a:srgbClr val="1C2541"/>
                </a:solidFill>
              </a:defRPr>
            </a:pPr>
            <a:r>
              <a:t>• AI Collaboration Mindset: Embraced IBM Bob actively for structural debug routines rather than executing unstructured guessing cycles.</a:t>
            </a:r>
          </a:p>
          <a:p>
            <a:pPr>
              <a:spcAft>
                <a:spcPts val="2400"/>
              </a:spcAft>
              <a:defRPr sz="1600">
                <a:solidFill>
                  <a:srgbClr val="1C2541"/>
                </a:solidFill>
              </a:defRPr>
            </a:pPr>
            <a:r>
              <a:t>• Human-Centric Focus: Discovered the importance of shaping security UI frameworks that welcome and protect elderly and beginner audiences alike.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